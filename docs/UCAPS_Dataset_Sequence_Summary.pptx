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E7D32"/>
                </a:solidFill>
              </a:defRPr>
            </a:pPr>
            <a:r>
              <a:t>UCAPS Dataset Analysis &amp; Face Crop Sequence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📊 DATASET ANALYSIS SUMMARY:</a:t>
            </a:r>
          </a:p>
          <a:p>
            <a:r>
              <a:t>• 20 Animals | 138 Videos | 16.39 GB Total</a:t>
            </a:r>
          </a:p>
          <a:p>
            <a:r>
              <a:t>• 19 Animals with complete video + Excel matching</a:t>
            </a:r>
          </a:p>
          <a:p>
            <a:r>
              <a:t>• 130 Video-Excel pairs ready for ML training</a:t>
            </a:r>
          </a:p>
          <a:p>
            <a:r>
              <a:t>• Quality: 78.9% Excellent | 15.8% Good | 5.3% Fair</a:t>
            </a:r>
          </a:p>
          <a:p>
            <a:r>
              <a:t>• Resolution: 100% HD (1920×1080) | Frame Rate: 24 fps</a:t>
            </a:r>
          </a:p>
          <a:p>
            <a:r>
              <a:t>• Duration Range: 4.2s - 60.8s (avg: 29.3s)</a:t>
            </a:r>
          </a:p>
          <a:p>
            <a:r>
              <a:t>• Moment Coverage: M0-M4 (90-100% complete)</a:t>
            </a:r>
          </a:p>
          <a:p/>
          <a:p>
            <a:r>
              <a:t>🎬 SEQUENCE GENERATION STRATEGY:</a:t>
            </a:r>
          </a:p>
          <a:p>
            <a:r>
              <a:t>• Model: YOLOv8n (98.9% mAP@0.5 accuracy)</a:t>
            </a:r>
          </a:p>
          <a:p>
            <a:r>
              <a:t>• Duration: 10 seconds per sequence (240 frames)</a:t>
            </a:r>
          </a:p>
          <a:p>
            <a:r>
              <a:t>• Overlap: 2 seconds for temporal continuity</a:t>
            </a:r>
          </a:p>
          <a:p>
            <a:r>
              <a:t>• Face Crops: 224×224 pixels standardized</a:t>
            </a:r>
          </a:p>
          <a:p>
            <a:r>
              <a:t>• Confidence Threshold: 0.6 for high-quality detections</a:t>
            </a:r>
          </a:p>
          <a:p>
            <a:r>
              <a:t>• Processing Speed: ~135ms per frame (2.7x faster than YOLOv11s)</a:t>
            </a:r>
          </a:p>
          <a:p/>
          <a:p>
            <a:r>
              <a:t>✅ PROCESSING RESULTS:</a:t>
            </a:r>
          </a:p>
          <a:p>
            <a:r>
              <a:t>• Videos Processed: 138/138 (100% success)</a:t>
            </a:r>
          </a:p>
          <a:p>
            <a:r>
              <a:t>• Total Sequences: 392 sequences generated</a:t>
            </a:r>
          </a:p>
          <a:p>
            <a:r>
              <a:t>• Total Face Crops: 92,494 individual crops</a:t>
            </a:r>
          </a:p>
          <a:p>
            <a:r>
              <a:t>• Processing Time: 371.2 minutes</a:t>
            </a:r>
          </a:p>
          <a:p>
            <a:r>
              <a:t>• Zero errors | Complete metadata tracking</a:t>
            </a:r>
          </a:p>
          <a:p/>
          <a:p>
            <a:r>
              <a:t>🚀 KEY DECISIONS BASED ON ANALYSIS:</a:t>
            </a:r>
          </a:p>
          <a:p>
            <a:r>
              <a:t>• 10s sequences optimal for temporal pain analysis</a:t>
            </a:r>
          </a:p>
          <a:p>
            <a:r>
              <a:t>• 2s overlap maintains behavioral continuity</a:t>
            </a:r>
          </a:p>
          <a:p>
            <a:r>
              <a:t>• YOLOv8n selected for speed vs accuracy balance</a:t>
            </a:r>
          </a:p>
          <a:p>
            <a:r>
              <a:t>• 224×224 crops standardized for landmark detection</a:t>
            </a:r>
          </a:p>
          <a:p>
            <a:r>
              <a:t>• Complete metadata enables reproducibility</a:t>
            </a:r>
          </a:p>
          <a:p/>
          <a:p>
            <a:r>
              <a:t>📈 RESEARCH IMPACT:</a:t>
            </a:r>
          </a:p>
          <a:p>
            <a:r>
              <a:t>• Novel automated cattle pain assessment pipeline</a:t>
            </a:r>
          </a:p>
          <a:p>
            <a:r>
              <a:t>• Large-scale face crop dataset (92K+ images)</a:t>
            </a:r>
          </a:p>
          <a:p>
            <a:r>
              <a:t>• Ready for Phase 4: Facial Landmark Detection</a:t>
            </a:r>
          </a:p>
          <a:p>
            <a:r>
              <a:t>• Publication-ready methodology &amp;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